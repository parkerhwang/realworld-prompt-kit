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Completion %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4"/>
              <c:pt idx="0">
                <c:v>Platform</c:v>
              </c:pt>
              <c:pt idx="1">
                <c:v>Data</c:v>
              </c:pt>
              <c:pt idx="2">
                <c:v>Enablement</c:v>
              </c:pt>
              <c:pt idx="3">
                <c:v>Support</c:v>
              </c:pt>
            </c:strLit>
          </c:cat>
          <c:val>
            <c:numLit>
              <c:formatCode>General</c:formatCode>
              <c:ptCount val="4"/>
              <c:pt idx="0">
                <c:v>94</c:v>
              </c:pt>
              <c:pt idx="1">
                <c:v>91</c:v>
              </c:pt>
              <c:pt idx="2">
                <c:v>68</c:v>
              </c:pt>
              <c:pt idx="3">
                <c:v>87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EXECUTIVE UPDATE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Portfolio delivery is stabilizing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Progress, risk, and decisions distilled from the source report and metrics.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Three workstreams are on plan; one needs a decision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3 / 4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workstreams on plan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The capacity decision for Enablement is the only unresolved executive dependency.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Decisions that keep July on track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Approve capacity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Add one facilitator to Enablement through July 18.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Protect scope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Keep the Platform change freeze through migration validation.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Confirm ownership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Name the post-launch Support escalation owner.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